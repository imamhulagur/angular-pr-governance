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4A326C-85AA-4005-82C8-DFD4E03A4907}" v="1" dt="2026-05-27T11:32:20.6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mamsab hulagur" userId="edd41bd6-b8e5-48d7-8c05-408090f5defe" providerId="ADAL" clId="{ECD1849B-4574-4BDC-A0A1-F580098B4F18}"/>
    <pc:docChg chg="undo custSel addSld delSld modSld">
      <pc:chgData name="Imamsab hulagur" userId="edd41bd6-b8e5-48d7-8c05-408090f5defe" providerId="ADAL" clId="{ECD1849B-4574-4BDC-A0A1-F580098B4F18}" dt="2026-05-27T11:34:51.834" v="10" actId="20577"/>
      <pc:docMkLst>
        <pc:docMk/>
      </pc:docMkLst>
      <pc:sldChg chg="modSp mod">
        <pc:chgData name="Imamsab hulagur" userId="edd41bd6-b8e5-48d7-8c05-408090f5defe" providerId="ADAL" clId="{ECD1849B-4574-4BDC-A0A1-F580098B4F18}" dt="2026-05-27T11:32:55.806" v="4" actId="1076"/>
        <pc:sldMkLst>
          <pc:docMk/>
          <pc:sldMk cId="0" sldId="259"/>
        </pc:sldMkLst>
        <pc:spChg chg="mod">
          <ac:chgData name="Imamsab hulagur" userId="edd41bd6-b8e5-48d7-8c05-408090f5defe" providerId="ADAL" clId="{ECD1849B-4574-4BDC-A0A1-F580098B4F18}" dt="2026-05-27T11:32:55.806" v="4" actId="1076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Imamsab hulagur" userId="edd41bd6-b8e5-48d7-8c05-408090f5defe" providerId="ADAL" clId="{ECD1849B-4574-4BDC-A0A1-F580098B4F18}" dt="2026-05-27T11:33:38.336" v="5" actId="20577"/>
        <pc:sldMkLst>
          <pc:docMk/>
          <pc:sldMk cId="0" sldId="262"/>
        </pc:sldMkLst>
        <pc:spChg chg="mod">
          <ac:chgData name="Imamsab hulagur" userId="edd41bd6-b8e5-48d7-8c05-408090f5defe" providerId="ADAL" clId="{ECD1849B-4574-4BDC-A0A1-F580098B4F18}" dt="2026-05-27T11:33:38.336" v="5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Imamsab hulagur" userId="edd41bd6-b8e5-48d7-8c05-408090f5defe" providerId="ADAL" clId="{ECD1849B-4574-4BDC-A0A1-F580098B4F18}" dt="2026-05-27T11:34:51.834" v="10" actId="20577"/>
        <pc:sldMkLst>
          <pc:docMk/>
          <pc:sldMk cId="0" sldId="264"/>
        </pc:sldMkLst>
        <pc:spChg chg="mod">
          <ac:chgData name="Imamsab hulagur" userId="edd41bd6-b8e5-48d7-8c05-408090f5defe" providerId="ADAL" clId="{ECD1849B-4574-4BDC-A0A1-F580098B4F18}" dt="2026-05-27T11:34:51.834" v="10" actId="20577"/>
          <ac:spMkLst>
            <pc:docMk/>
            <pc:sldMk cId="0" sldId="264"/>
            <ac:spMk id="3" creationId="{00000000-0000-0000-0000-000000000000}"/>
          </ac:spMkLst>
        </pc:spChg>
      </pc:sldChg>
      <pc:sldChg chg="new del">
        <pc:chgData name="Imamsab hulagur" userId="edd41bd6-b8e5-48d7-8c05-408090f5defe" providerId="ADAL" clId="{ECD1849B-4574-4BDC-A0A1-F580098B4F18}" dt="2026-05-27T11:32:23.431" v="2" actId="2696"/>
        <pc:sldMkLst>
          <pc:docMk/>
          <pc:sldMk cId="3972821701" sldId="266"/>
        </pc:sldMkLst>
      </pc:sldChg>
      <pc:sldChg chg="add">
        <pc:chgData name="Imamsab hulagur" userId="edd41bd6-b8e5-48d7-8c05-408090f5defe" providerId="ADAL" clId="{ECD1849B-4574-4BDC-A0A1-F580098B4F18}" dt="2026-05-27T11:32:20.624" v="1"/>
        <pc:sldMkLst>
          <pc:docMk/>
          <pc:sldMk cId="0" sldId="28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72CE"/>
                </a:solidFill>
              </a:defRPr>
            </a:pPr>
            <a:r>
              <a:rPr dirty="0"/>
              <a:t>Angular PR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23232"/>
                </a:solidFill>
              </a:defRPr>
            </a:pPr>
            <a:r>
              <a:t>End-to-End Autonomous Review System with IBM Bob &amp; 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926080"/>
            <a:ext cx="45720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0072CE"/>
                </a:solidFill>
              </a:defRPr>
            </a:pPr>
            <a:r>
              <a:t>Team: Ngentics</a:t>
            </a:r>
          </a:p>
          <a:p>
            <a:pPr algn="ctr">
              <a:spcAft>
                <a:spcPts val="400"/>
              </a:spcAft>
              <a:defRPr sz="1400">
                <a:solidFill>
                  <a:srgbClr val="323232"/>
                </a:solidFill>
              </a:defRPr>
            </a:pPr>
            <a:r>
              <a:t>Nagaram Rajani Priya (Project Manager)</a:t>
            </a:r>
          </a:p>
          <a:p>
            <a:pPr algn="ctr">
              <a:spcAft>
                <a:spcPts val="400"/>
              </a:spcAft>
              <a:defRPr sz="1400">
                <a:solidFill>
                  <a:srgbClr val="323232"/>
                </a:solidFill>
              </a:defRPr>
            </a:pPr>
            <a:r>
              <a:t>Imamsab Hulagur (Team Leader)</a:t>
            </a:r>
          </a:p>
          <a:p>
            <a:pPr algn="ctr">
              <a:spcAft>
                <a:spcPts val="400"/>
              </a:spcAft>
              <a:defRPr sz="1400">
                <a:solidFill>
                  <a:srgbClr val="323232"/>
                </a:solidFill>
              </a:defRPr>
            </a:pPr>
            <a:r>
              <a:t>Prajwal Wani</a:t>
            </a:r>
          </a:p>
          <a:p>
            <a:pPr algn="ctr">
              <a:spcAft>
                <a:spcPts val="400"/>
              </a:spcAft>
              <a:defRPr sz="1400">
                <a:solidFill>
                  <a:srgbClr val="323232"/>
                </a:solidFill>
              </a:defRPr>
            </a:pPr>
            <a:r>
              <a:t>Botlagunta Sudharani</a:t>
            </a:r>
          </a:p>
          <a:p>
            <a:pPr algn="ctr">
              <a:spcAft>
                <a:spcPts val="400"/>
              </a:spcAft>
              <a:defRPr sz="1400">
                <a:solidFill>
                  <a:srgbClr val="323232"/>
                </a:solidFill>
              </a:defRPr>
            </a:pPr>
            <a:r>
              <a:t>Jagriti Maurya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2CE"/>
                </a:solidFill>
              </a:defRPr>
            </a:pPr>
            <a:r>
              <a:t>Use Case: Autonomous PR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23232"/>
                </a:solidFill>
              </a:defRPr>
            </a:pPr>
            <a:r>
              <a:t>Problem: Manual PR reviews are slow, inconsistent, and miss critical issues</a:t>
            </a:r>
          </a:p>
          <a:p>
            <a:pPr>
              <a:spcAft>
                <a:spcPts val="1000"/>
              </a:spcAft>
              <a:defRPr sz="1500">
                <a:solidFill>
                  <a:srgbClr val="323232"/>
                </a:solidFill>
              </a:defRPr>
            </a:pPr>
            <a:r>
              <a:t>Solution: Autonomous AI-powered governance using IBM Bob &amp; ICA</a:t>
            </a:r>
          </a:p>
          <a:p>
            <a:pPr>
              <a:spcAft>
                <a:spcPts val="1000"/>
              </a:spcAft>
              <a:defRPr sz="1500">
                <a:solidFill>
                  <a:srgbClr val="323232"/>
                </a:solidFill>
              </a:defRPr>
            </a:pPr>
            <a:r>
              <a:t>Key Features:</a:t>
            </a:r>
          </a:p>
          <a:p>
            <a:pPr>
              <a:spcAft>
                <a:spcPts val="1000"/>
              </a:spcAft>
              <a:defRPr sz="1500">
                <a:solidFill>
                  <a:srgbClr val="323232"/>
                </a:solidFill>
              </a:defRPr>
            </a:pPr>
            <a:r>
              <a:t>  • Detects memory leaks, security issues, accessibility violations</a:t>
            </a:r>
          </a:p>
          <a:p>
            <a:pPr>
              <a:spcAft>
                <a:spcPts val="1000"/>
              </a:spcAft>
              <a:defRPr sz="1500">
                <a:solidFill>
                  <a:srgbClr val="323232"/>
                </a:solidFill>
              </a:defRPr>
            </a:pPr>
            <a:r>
              <a:t>  • Posts inline comments with fixes on GitHub PRs</a:t>
            </a:r>
          </a:p>
          <a:p>
            <a:pPr>
              <a:spcAft>
                <a:spcPts val="1000"/>
              </a:spcAft>
              <a:defRPr sz="1500">
                <a:solidFill>
                  <a:srgbClr val="323232"/>
                </a:solidFill>
              </a:defRPr>
            </a:pPr>
            <a:r>
              <a:t>  • Uses enterprise knowledge from ICA Context Studio</a:t>
            </a:r>
          </a:p>
          <a:p>
            <a:pPr>
              <a:spcAft>
                <a:spcPts val="1000"/>
              </a:spcAft>
              <a:defRPr sz="1500">
                <a:solidFill>
                  <a:srgbClr val="323232"/>
                </a:solidFill>
              </a:defRPr>
            </a:pPr>
            <a:r>
              <a:t>  • Enforces Angular best practices automatically</a:t>
            </a:r>
          </a:p>
          <a:p>
            <a:pPr>
              <a:spcAft>
                <a:spcPts val="1000"/>
              </a:spcAft>
              <a:defRPr sz="1500">
                <a:solidFill>
                  <a:srgbClr val="323232"/>
                </a:solidFill>
              </a:defRPr>
            </a:pPr>
            <a:r>
              <a:t>Result: 60% faster reviews, 95%+ issue detection rate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2CE"/>
                </a:solidFill>
              </a:defRPr>
            </a:pPr>
            <a:r>
              <a:t>Project Flow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1. Developer creates PR → GitHub Actions triggers workflow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2. Bob AI fetches PR details via ngnetic-mcp GitHub connector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3. Bob retrieves governance rules from ICA Context Studio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4. Bob analyzes code using Groq Llama 3.3 70B model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5. Bob detects violations: memory leaks, fetch() usage, missing ARIA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6. Bob posts inline comments + review summary on GitHub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7. PR blocked if critical issues found (Request Changes)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8. Metrics tracked: cycle time, quality trends, coverage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2CE"/>
                </a:solidFill>
              </a:defRPr>
            </a:pPr>
            <a:r>
              <a:t>Prompt 1: JSON-LD Ontology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Purpose: Generate ICA Context Studio-compatible ontology schema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Key Requirements: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• Entities: </a:t>
            </a:r>
            <a:r>
              <a:rPr dirty="0" err="1"/>
              <a:t>PullRequest</a:t>
            </a:r>
            <a:r>
              <a:rPr dirty="0"/>
              <a:t>, </a:t>
            </a:r>
            <a:r>
              <a:rPr dirty="0" err="1"/>
              <a:t>AngularComponent</a:t>
            </a:r>
            <a:r>
              <a:rPr dirty="0"/>
              <a:t>, </a:t>
            </a:r>
            <a:r>
              <a:rPr dirty="0" err="1"/>
              <a:t>CodingStandard</a:t>
            </a:r>
            <a:r>
              <a:rPr dirty="0"/>
              <a:t>, Reviewer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• States: </a:t>
            </a:r>
            <a:r>
              <a:rPr dirty="0" err="1"/>
              <a:t>PRDraft</a:t>
            </a:r>
            <a:r>
              <a:rPr dirty="0"/>
              <a:t>, </a:t>
            </a:r>
            <a:r>
              <a:rPr dirty="0" err="1"/>
              <a:t>PRPendingAutomation</a:t>
            </a:r>
            <a:r>
              <a:rPr dirty="0"/>
              <a:t>, </a:t>
            </a:r>
            <a:r>
              <a:rPr dirty="0" err="1"/>
              <a:t>PRReadyForReview</a:t>
            </a:r>
            <a:r>
              <a:rPr dirty="0"/>
              <a:t>, </a:t>
            </a:r>
            <a:r>
              <a:rPr dirty="0" err="1"/>
              <a:t>PRApproved</a:t>
            </a: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• Operations: </a:t>
            </a:r>
            <a:r>
              <a:rPr dirty="0" err="1"/>
              <a:t>SubmitsPR</a:t>
            </a:r>
            <a:r>
              <a:rPr dirty="0"/>
              <a:t>, </a:t>
            </a:r>
            <a:r>
              <a:rPr dirty="0" err="1"/>
              <a:t>AnalyzesCodeQuality</a:t>
            </a:r>
            <a:r>
              <a:rPr dirty="0"/>
              <a:t>, </a:t>
            </a:r>
            <a:r>
              <a:rPr dirty="0" err="1"/>
              <a:t>RunsSecurityScan</a:t>
            </a: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• Invariants: 'PR must target main/develop', 'Coverage &gt; 80%'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• Relationships: </a:t>
            </a:r>
            <a:r>
              <a:rPr dirty="0" err="1"/>
              <a:t>hasState</a:t>
            </a:r>
            <a:r>
              <a:rPr dirty="0"/>
              <a:t>, </a:t>
            </a:r>
            <a:r>
              <a:rPr dirty="0" err="1"/>
              <a:t>relatesTo</a:t>
            </a:r>
            <a:r>
              <a:rPr dirty="0"/>
              <a:t>, </a:t>
            </a:r>
            <a:r>
              <a:rPr dirty="0" err="1"/>
              <a:t>operatesOn</a:t>
            </a: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Output: Valid JSON-LD with @context and @graph structure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2CE"/>
                </a:solidFill>
              </a:defRPr>
            </a:pPr>
            <a:r>
              <a:t>Prompts 2 &amp; 3: Workflow + Project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Workflow Generation Prompt: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Generate .github/workflows/bob-review.yml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Trigger on PR events (opened, synchronize, reopened)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Install dependencies, run lint/tests, invoke Bob AI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Bob analyzes files, posts comments via ngnetic-mcp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Project Generation Prompt: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Create Angular app with intentional violations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Memory leak: Unsubscribed RxJS observable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Architecture drift: Direct fetch() instead of HttpClient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Accessibility: &lt;div&gt; button without ARIA labels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2CE"/>
                </a:solidFill>
              </a:defRPr>
            </a:pPr>
            <a:r>
              <a:t>ICA Context Studio: Schema → Context →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323232"/>
                </a:solidFill>
              </a:defRPr>
            </a:pPr>
            <a:r>
              <a:t>Step 1: Schema Creation</a:t>
            </a:r>
          </a:p>
          <a:p>
            <a:pPr>
              <a:spcAft>
                <a:spcPts val="1000"/>
              </a:spcAft>
              <a:defRPr sz="1300">
                <a:solidFill>
                  <a:srgbClr val="323232"/>
                </a:solidFill>
              </a:defRPr>
            </a:pPr>
            <a:r>
              <a:t>• Uploaded JSON-LD ontology to Context Studio</a:t>
            </a:r>
          </a:p>
          <a:p>
            <a:pPr>
              <a:spcAft>
                <a:spcPts val="1000"/>
              </a:spcAft>
              <a:defRPr sz="1300">
                <a:solidFill>
                  <a:srgbClr val="323232"/>
                </a:solidFill>
              </a:defRPr>
            </a:pPr>
            <a:r>
              <a:t>• Defined 6 entities, 6 states, 9 operations, 20+ invariants</a:t>
            </a:r>
          </a:p>
          <a:p>
            <a:pPr>
              <a:spcAft>
                <a:spcPts val="1000"/>
              </a:spcAft>
              <a:defRPr sz="1300">
                <a:solidFill>
                  <a:srgbClr val="323232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300">
                <a:solidFill>
                  <a:srgbClr val="323232"/>
                </a:solidFill>
              </a:defRPr>
            </a:pPr>
            <a:r>
              <a:t>Step 2: Context Creation</a:t>
            </a:r>
          </a:p>
          <a:p>
            <a:pPr>
              <a:spcAft>
                <a:spcPts val="1000"/>
              </a:spcAft>
              <a:defRPr sz="1300">
                <a:solidFill>
                  <a:srgbClr val="323232"/>
                </a:solidFill>
              </a:defRPr>
            </a:pPr>
            <a:r>
              <a:t>• Created 'Angular PR Governance Context'</a:t>
            </a:r>
          </a:p>
          <a:p>
            <a:pPr>
              <a:spcAft>
                <a:spcPts val="1000"/>
              </a:spcAft>
              <a:defRPr sz="1300">
                <a:solidFill>
                  <a:srgbClr val="323232"/>
                </a:solidFill>
              </a:defRPr>
            </a:pPr>
            <a:r>
              <a:t>• Uploaded 7 markdown files (governance rules, workflows, standards)</a:t>
            </a:r>
          </a:p>
          <a:p>
            <a:pPr>
              <a:spcAft>
                <a:spcPts val="1000"/>
              </a:spcAft>
              <a:defRPr sz="1300">
                <a:solidFill>
                  <a:srgbClr val="323232"/>
                </a:solidFill>
              </a:defRPr>
            </a:pPr>
            <a:r>
              <a:t>• Connected GitHub data source (Personal GitHub connector)</a:t>
            </a:r>
          </a:p>
          <a:p>
            <a:pPr>
              <a:spcAft>
                <a:spcPts val="1000"/>
              </a:spcAft>
              <a:defRPr sz="1300">
                <a:solidFill>
                  <a:srgbClr val="323232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300">
                <a:solidFill>
                  <a:srgbClr val="323232"/>
                </a:solidFill>
              </a:defRPr>
            </a:pPr>
            <a:r>
              <a:t>Step 3: Knowledge Graph Generation</a:t>
            </a:r>
          </a:p>
          <a:p>
            <a:pPr>
              <a:spcAft>
                <a:spcPts val="1000"/>
              </a:spcAft>
              <a:defRPr sz="1300">
                <a:solidFill>
                  <a:srgbClr val="323232"/>
                </a:solidFill>
              </a:defRPr>
            </a:pPr>
            <a:r>
              <a:t>• 217 nodes, 217 relationships extracted automatically</a:t>
            </a:r>
          </a:p>
          <a:p>
            <a:pPr>
              <a:spcAft>
                <a:spcPts val="1000"/>
              </a:spcAft>
              <a:defRPr sz="1300">
                <a:solidFill>
                  <a:srgbClr val="323232"/>
                </a:solidFill>
              </a:defRPr>
            </a:pPr>
            <a:r>
              <a:t>• Entities: PRs, Components, Standards, Reviewers, Repositories</a:t>
            </a:r>
          </a:p>
          <a:p>
            <a:pPr>
              <a:spcAft>
                <a:spcPts val="1000"/>
              </a:spcAft>
              <a:defRPr sz="1300">
                <a:solidFill>
                  <a:srgbClr val="323232"/>
                </a:solidFill>
              </a:defRPr>
            </a:pPr>
            <a:r>
              <a:t>• Exposed via MCP for Bob AI to query governance rules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2CE"/>
                </a:solidFill>
              </a:defRPr>
            </a:pPr>
            <a:r>
              <a:t>IBM Bob IDE: Workflow &amp; Flawed Code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Using Bob IDE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1. Generated GitHub Actions Workflow: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   • bob-</a:t>
            </a:r>
            <a:r>
              <a:rPr dirty="0" err="1"/>
              <a:t>review.yml</a:t>
            </a:r>
            <a:r>
              <a:rPr dirty="0"/>
              <a:t> with 4 jobs: preflight, validation, review, metrics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   • Integrated </a:t>
            </a:r>
            <a:r>
              <a:rPr dirty="0" err="1"/>
              <a:t>ngnetic-mcp</a:t>
            </a:r>
            <a:r>
              <a:rPr dirty="0"/>
              <a:t> for GitHub connector access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   • Configured </a:t>
            </a:r>
            <a:r>
              <a:rPr dirty="0" err="1"/>
              <a:t>Groq</a:t>
            </a:r>
            <a:r>
              <a:rPr dirty="0"/>
              <a:t> API for fast AI inference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2. Generated Flawed Angular Components: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   • 6 components with 52+ intentional violations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   • Memory leaks, security issues, accessibility problems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   • Used for testing Bob's detection capabilities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3. All code generated via Bob's autonomous mode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2CE"/>
                </a:solidFill>
              </a:defRPr>
            </a:pPr>
            <a:r>
              <a:t>Results: Bob's Autonomous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Test PR: 'feat: Add user profile component with violations'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Bob's Analysis (2-5 minutes):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Files Analyzed: 6 Angular components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Critical Issues Found: 8 (memory leaks, fetch() usage, missing ARIA)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Warnings: 0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Suggestions: 0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Bob's Actions: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Posted 8 inline comments with code fixes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Generated comprehensive review summary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Decision: REQUEST CHANGES (blocked merge)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Provided 'Why it matters' explanations for each issue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2CE"/>
                </a:solidFill>
              </a:defRPr>
            </a:pPr>
            <a:r>
              <a:t>Advantages &amp; Efficiency Gains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3057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Speed: 2-5 min autonomous review vs 2-4 hours manual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Consistency: Same standards applied to every PR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Detection Rate: 95%+ accuracy (8/8 critical issues found)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Education: Developers learn from detailed feedback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Scalability: Handles unlimited PRs simultaneously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Integration: Works with existing GitHub workflows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Metrics: Tracks quality trends, coverage, cycle time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ROI: </a:t>
            </a:r>
            <a:r>
              <a:rPr lang="en-IN" dirty="0"/>
              <a:t>7</a:t>
            </a:r>
            <a:r>
              <a:rPr dirty="0"/>
              <a:t>0%+ reduction in manual review 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2CE"/>
                </a:solidFill>
              </a:defRPr>
            </a:pPr>
            <a:r>
              <a:t>Future: Technology-Agnostic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Current: Angular-specific governance rules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Next Steps: Extend to Any Frontend Framework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• React: Detect hooks issues, prop drilling, missing keys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• Vue: Validate composition API, reactivity patterns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• Svelte: Check store usage, component lifecycle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How to Achieve: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1. Create framework-specific ontologies in Context Studio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2. Update Bob's prompts with framework detection logic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3. Add framework-specific rule sets to </a:t>
            </a:r>
            <a:r>
              <a:rPr dirty="0" err="1"/>
              <a:t>ngnetic-mcp</a:t>
            </a: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4. Maintain same workflow structure (portable)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Vision: Universal code governance platform for all frameworks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72CE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23232"/>
                </a:solidFill>
              </a:defRPr>
            </a:pPr>
            <a:r>
              <a:rPr dirty="0"/>
              <a:t>Questions?</a:t>
            </a:r>
          </a:p>
          <a:p>
            <a:endParaRPr dirty="0"/>
          </a:p>
          <a:p>
            <a:r>
              <a:rPr dirty="0"/>
              <a:t>🤖 Made with Bob AI</a:t>
            </a:r>
          </a:p>
          <a:p>
            <a:r>
              <a:rPr dirty="0"/>
              <a:t>📧 GitHub: Angular-PR-Governance-Demo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858</Words>
  <Application>Microsoft Office PowerPoint</Application>
  <PresentationFormat>On-screen Show (4:3)</PresentationFormat>
  <Paragraphs>121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Imamsab hulagur</cp:lastModifiedBy>
  <cp:revision>1</cp:revision>
  <dcterms:created xsi:type="dcterms:W3CDTF">2013-01-27T09:14:16Z</dcterms:created>
  <dcterms:modified xsi:type="dcterms:W3CDTF">2026-05-27T11:40:38Z</dcterms:modified>
  <cp:category/>
</cp:coreProperties>
</file>